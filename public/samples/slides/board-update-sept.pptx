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/>
        </p:nvSpPr>
        <p:spPr/>
        <p:txBody>
          <a:bodyPr/>
          <a:p>
            <a:r>
              <a:t>Speaker notes: if the board asks about the Meridian overrun, say the $170k is a timing difference. Do not mention the audit letter.</a:t>
            </a:r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Board update, September 2026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rPr lang="en-US"/>
              <a:t>Revenue on plan</a:t>
            </a:r>
          </a:p>
          <a:p>
            <a:r>
              <a:rPr lang="en-US"/>
              <a:t>Two key hires closed</a:t>
            </a:r>
          </a:p>
          <a:p>
            <a:r>
              <a:rPr lang="en-US"/>
              <a:t>Meridian program on track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Outlook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rPr lang="en-US"/>
              <a:t>Q4 pipeline $6.1M</a:t>
            </a:r>
          </a:p>
          <a:p>
            <a:r>
              <a:rPr lang="en-US"/>
              <a:t>Hiring freeze lifted in November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BACKUP: Meridian overrun detail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p>
            <a:r>
              <a:rPr lang="en-US"/>
              <a:t>Actual spend $1.62M vs $1.45M budget</a:t>
            </a:r>
          </a:p>
          <a:p>
            <a:r>
              <a:rPr lang="en-US"/>
              <a:t>Audit committee letter received 28 Aug</a:t>
            </a:r>
          </a:p>
          <a:p>
            <a:r>
              <a:rPr lang="en-US"/>
              <a:t>Remediation owner: D. Okafor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Template/>
  <TotalTime>0</TotalTime>
  <Company>Halcyon Ridge Partners LLC</Company>
  <Manager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update</dc:title>
  <dc:creator>Priya Venkataraman</dc:creator>
  <cp:keywords/>
  <cp:lastModifiedBy>Dana Okafor</cp:lastModifiedBy>
  <cp:revision>9</cp:revision>
  <dcterms:created xsi:type="dcterms:W3CDTF">2026-08-25T19:00:00Z</dcterms:created>
  <dcterms:modified xsi:type="dcterms:W3CDTF">2026-08-31T22:15:00Z</dcterms:modified>
</cp:coreProperties>
</file>